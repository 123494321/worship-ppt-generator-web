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"/>
    <p:sldId id="315" r:id="rId66"/>
  </p:sldIdLst>
  <p:sldSz cx="18288000" cy="10287000"/>
  <p:notesSz cx="6858000" cy="9144000"/>
  <p:embeddedFontLst>
    <p:embeddedFont>
      <p:font typeface="프리젠테이션 Bold" charset="1" panose="00000000000000000000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5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font" Target="fonts/font65.fntdata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청년부 표지_260908_1957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257300" y="2285048"/>
            <a:ext cx="15773400" cy="1988344"/>
            <a:chOff x="0" y="0"/>
            <a:chExt cx="21031200" cy="2651126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b="true" sz="8100" spc="-49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 새 힘 얻으리 ]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새 힘 얻으리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주를 바랄 때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새 힘 얻으리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주를 바랄 때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새 힘 얻으리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주를 바랄 때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새 힘 얻으리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주를 바랄 때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 통치하시네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소망 구원 주시는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당신은 영원하신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 영원하신 주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지치지 않으시는 주님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약한 자 방패 되시며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위로자 되신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독수리 같은 힘주시네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새 힘 얻으리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주를 바랄 때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새 힘 얻으리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주를 바랄 때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 통치하시네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소망 구원 주시는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 통치하시네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소망 구원 주시는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당신은 영원하신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 영원하신 주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지치지 않으시는 주님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약한 자 방패 되시며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위로자 되신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독수리 같은 힘주시네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 통치하시네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소망 구원 주시는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 통치하시네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소망 구원 주시는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 통치하시네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소망 구원 주시는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당신은 영원하신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 영원하신 주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지치지 않으시는 주님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약한 자 방패 되시며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위로자 되신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독수리 같은 힘주시네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당신은 영원하신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 영원하신 주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지치지 않으시는 주님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약한 자 방패 되시며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위로자 되신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독수리 같은 힘주시네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새 힘 얻으리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주를 바랄 때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새 힘 얻으리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주를 바랄 때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새 힘 얻으리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주를 바랄 때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새 힘 얻으리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주를 바랄 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우리 주를 바랄 때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257300" y="2285048"/>
            <a:ext cx="15773400" cy="1988344"/>
            <a:chOff x="0" y="0"/>
            <a:chExt cx="21031200" cy="2651126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b="true" sz="8100" spc="-49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 나 주님의 기쁨 되기 원하네 ]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 주님의 기쁨되기 원하네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 마음을 새롭게 하소서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새 부대가 되게 하여주사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빛 비추게 하소서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원하는 한 가지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기쁨이 되는 것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원하는 한 가지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기쁨이 되는 것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겸손히 내 마음드립니다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모든 것 받으소서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맘 깨끗케 씻어주사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길로 향하게 하소서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겸손히 내 마음드립니다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모든 것 받으소서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맘 깨끗케 씻어주사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주의 길로 향하게 하소서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원하는 한 가지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기쁨이 되는 것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원하는 한 가지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기쁨이 되는 것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원하는 한 가지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기쁨이 되는 것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원하는 한 가지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기쁨이 되는 것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원하는 한 가지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기쁨이 되는 것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내가 원하는 한 가지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기쁨이 되는 것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1257300" y="2285048"/>
            <a:ext cx="15773400" cy="1988344"/>
            <a:chOff x="0" y="0"/>
            <a:chExt cx="21031200" cy="2651126"/>
          </a:xfrm>
        </p:grpSpPr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b="true" sz="8100" spc="-49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대표기도 : ㅇㅇㅇ 청년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DAHSWLURmkQ</dc:identifier>
  <dcterms:modified xsi:type="dcterms:W3CDTF">2011-08-01T06:04:30Z</dcterms:modified>
  <cp:revision>1</cp:revision>
  <dc:title>260816 찬양 가사</dc:title>
</cp:coreProperties>
</file>