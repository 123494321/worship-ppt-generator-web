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18288000" cy="10287000"/>
  <p:notesSz cx="6858000" cy="9144000"/>
  <p:embeddedFontLst>
    <p:embeddedFont>
      <p:font typeface="프리젠테이션 Bold" charset="1" panose="00000000000000000000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fonts/font65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285048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[2026.08. 16] LOGOS 청년 모임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3002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Jehovah ]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우상들 무너져 비교할 자 없네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영원한 주 이름 여호와 여호와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깊은 흑암에도 주 빛 비추시네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영원한 주 이름 여호와 여호와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이름 여호와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찬양은 주께 있네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원수는 잠잠해 주가 싸우시네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비교할 자 없네 여호와 여호와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지치지 않으신 불꽃과 같은 눈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비교할 자 없네 여호와 여호와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이름 여호와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찬양은 주께 있네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이름 여호와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찬양은 주께 있네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낫시 승리의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이래 공급자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라파 치유의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샬롬 평화를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낫시 승리의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이래 공급자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라파 치유의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샬롬 평화를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낫시 승리의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이래 공급자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라파 치유의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샬롬 평화를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낫시 승리의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이래 공급자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라파 치유의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샬롬 평화를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이름 여호와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찬양은 주께 있네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CALL THE NAME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이름 여호와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ALL OUR PRAISE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찬양은 주께 있네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낫시 승리의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이래 공급자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라파 치유의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샬롬 평화를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낫시 승리의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이래 공급자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라파 치유의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여호와 샬롬 평화를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3002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주의 사랑으로 ]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반석 위에 날 세우시네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모래 같이 부서진 나를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사랑으로 날 안으시네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고아 같이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헤매던 나를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꿈꾸지 못한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아름다움으로 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제한을 넘어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능력으로 초대하시네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사랑으로 나 걸어가리라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이전보다 더욱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나 찬양하리라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사랑 나를 새롭게 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터져 나오는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나의 고백 주 사랑합니다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반석 위에 날 세우시네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나는 이전과 같지 않네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사랑으로 날 안으시네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더 이상 나 부족함 없네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꿈꾸지 못한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아름다움으로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제한을 넘어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능력으로 초대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하시네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꿈꾸지 못한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아름다움으로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제한을 넘어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능력으로 초대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하시네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사랑으로 나 걸어가리라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이전보다 더욱 나 찬양하리라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사랑 나를 새롭게 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터져 나오는 나의 고백 주 사랑합니다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사랑으로 나 걸어가리라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이전보다 더욱 나 찬양하리라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사랑 나를 새롭게 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터져 나오는 나의 고백 주 사랑합니다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사랑으로 나 걸어가리라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이전보다 더욱 나 찬양하리라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사랑 나를 새롭게 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터져 나오는 나의 고백 주 사랑합니다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103120"/>
            <a:ext cx="15773400" cy="2536032"/>
            <a:chOff x="0" y="0"/>
            <a:chExt cx="21031200" cy="3381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3381377"/>
            </a:xfrm>
            <a:custGeom>
              <a:avLst/>
              <a:gdLst/>
              <a:ahLst/>
              <a:cxnLst/>
              <a:rect r="r" b="b" t="t" l="l"/>
              <a:pathLst>
                <a:path h="338137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381377"/>
                  </a:lnTo>
                  <a:lnTo>
                    <a:pt x="0" y="3381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191" r="0" b="-7119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339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대표기도 : 청년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DAHSWLURmkQ</dc:identifier>
  <dcterms:modified xsi:type="dcterms:W3CDTF">2011-08-01T06:04:30Z</dcterms:modified>
  <cp:revision>1</cp:revision>
  <dc:title>260816 찬양 가사</dc:title>
</cp:coreProperties>
</file>